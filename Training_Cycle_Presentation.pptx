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17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45717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31" algn="l" defTabSz="45717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08" algn="l" defTabSz="45717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885" algn="l" defTabSz="45717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241" algn="l" defTabSz="45717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E4B"/>
    <a:srgbClr val="7D9CB8"/>
    <a:srgbClr val="E6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5" autoAdjust="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61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4"/>
            <a:ext cx="4040188" cy="3951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041775" cy="3951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4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6F0FF"/>
            </a:gs>
            <a:gs pos="58000">
              <a:srgbClr val="7D9CB8"/>
            </a:gs>
            <a:gs pos="100000">
              <a:srgbClr val="1B2E4B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0623" y="731520"/>
            <a:ext cx="25627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2400" dirty="0"/>
              <a:t>The Training Cycle: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1040" y="1115348"/>
            <a:ext cx="67819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sz="1600" dirty="0"/>
              <a:t>How</a:t>
            </a:r>
            <a:r>
              <a:rPr lang="en-US" sz="1600" dirty="0"/>
              <a:t> to use</a:t>
            </a:r>
            <a:r>
              <a:rPr sz="1600" dirty="0"/>
              <a:t> </a:t>
            </a:r>
            <a:r>
              <a:rPr sz="1600" i="1" dirty="0"/>
              <a:t>Your Training Monkey </a:t>
            </a:r>
            <a:r>
              <a:rPr sz="1600" dirty="0"/>
              <a:t>to optimize your training and prevent injuries</a:t>
            </a:r>
          </a:p>
        </p:txBody>
      </p:sp>
      <p:sp>
        <p:nvSpPr>
          <p:cNvPr id="4" name="Oval 3"/>
          <p:cNvSpPr/>
          <p:nvPr/>
        </p:nvSpPr>
        <p:spPr>
          <a:xfrm>
            <a:off x="2644877" y="1917291"/>
            <a:ext cx="3549970" cy="2930013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757888" y="1507141"/>
            <a:ext cx="1628222" cy="82296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254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 dirty="0"/>
              <a:t>Train (record)</a:t>
            </a:r>
          </a:p>
          <a:p>
            <a:pPr algn="ctr">
              <a:defRPr sz="1100">
                <a:solidFill>
                  <a:srgbClr val="F0F0FF"/>
                </a:solidFill>
              </a:defRPr>
            </a:pPr>
            <a:r>
              <a:rPr sz="1100" dirty="0"/>
              <a:t>Complete your workout</a:t>
            </a:r>
            <a:br>
              <a:rPr sz="1100" dirty="0"/>
            </a:br>
            <a:r>
              <a:rPr sz="1100" dirty="0"/>
              <a:t>on Strava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86112" y="2796351"/>
            <a:ext cx="1451241" cy="8229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 dirty="0"/>
              <a:t>Monitor (past)</a:t>
            </a:r>
          </a:p>
          <a:p>
            <a:pPr algn="ctr">
              <a:defRPr sz="1100">
                <a:solidFill>
                  <a:srgbClr val="F0F0FF"/>
                </a:solidFill>
              </a:defRPr>
            </a:pPr>
            <a:r>
              <a:rPr sz="1100" dirty="0"/>
              <a:t>Check Dashboard for</a:t>
            </a:r>
            <a:br>
              <a:rPr sz="1100" dirty="0"/>
            </a:br>
            <a:r>
              <a:rPr sz="1100" dirty="0"/>
              <a:t>your current training</a:t>
            </a:r>
            <a:br>
              <a:rPr sz="1100" dirty="0"/>
            </a:br>
            <a:r>
              <a:rPr sz="1100" dirty="0"/>
              <a:t>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57888" y="4434840"/>
            <a:ext cx="1628222" cy="8229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400" dirty="0"/>
              <a:t>Reflect </a:t>
            </a:r>
            <a:r>
              <a:rPr sz="1400" dirty="0"/>
              <a:t>(present)</a:t>
            </a:r>
          </a:p>
          <a:p>
            <a:pPr algn="ctr">
              <a:defRPr sz="1100">
                <a:solidFill>
                  <a:srgbClr val="F0F0FF"/>
                </a:solidFill>
              </a:defRPr>
            </a:pPr>
            <a:r>
              <a:rPr sz="1100" dirty="0"/>
              <a:t>Use the Journal to</a:t>
            </a:r>
            <a:br>
              <a:rPr sz="1100" dirty="0"/>
            </a:br>
            <a:r>
              <a:rPr sz="1100" dirty="0"/>
              <a:t>reflect on today's</a:t>
            </a:r>
            <a:br>
              <a:rPr sz="1100" dirty="0"/>
            </a:br>
            <a:r>
              <a:rPr sz="1100" dirty="0"/>
              <a:t>workout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11393" y="2800941"/>
            <a:ext cx="1705897" cy="10835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 dirty="0"/>
              <a:t>Plan (future)</a:t>
            </a:r>
          </a:p>
          <a:p>
            <a:pPr algn="ctr">
              <a:defRPr sz="1100">
                <a:solidFill>
                  <a:srgbClr val="F0F0FF"/>
                </a:solidFill>
              </a:defRPr>
            </a:pPr>
            <a:r>
              <a:rPr sz="1100" dirty="0"/>
              <a:t>Get YTM Coach</a:t>
            </a:r>
            <a:r>
              <a:rPr lang="en-US" sz="1100" dirty="0"/>
              <a:t> </a:t>
            </a:r>
            <a:r>
              <a:rPr sz="1100" dirty="0"/>
              <a:t>recommendations for</a:t>
            </a:r>
            <a:br>
              <a:rPr sz="1100" dirty="0"/>
            </a:br>
            <a:r>
              <a:rPr sz="1100" dirty="0"/>
              <a:t>your upcoming training</a:t>
            </a:r>
            <a:br>
              <a:rPr sz="1100" dirty="0"/>
            </a:br>
            <a:r>
              <a:rPr sz="1100" dirty="0"/>
              <a:t>strategy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82485218-480B-64C7-A06C-6B06116CC985}"/>
              </a:ext>
            </a:extLst>
          </p:cNvPr>
          <p:cNvSpPr/>
          <p:nvPr/>
        </p:nvSpPr>
        <p:spPr>
          <a:xfrm rot="8302908">
            <a:off x="5707487" y="4146887"/>
            <a:ext cx="291785" cy="294968"/>
          </a:xfrm>
          <a:prstGeom prst="chevron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C185E878-F1FD-1133-5BD7-ABE7E93AFF47}"/>
              </a:ext>
            </a:extLst>
          </p:cNvPr>
          <p:cNvSpPr/>
          <p:nvPr/>
        </p:nvSpPr>
        <p:spPr>
          <a:xfrm rot="13136344">
            <a:off x="3138941" y="4353294"/>
            <a:ext cx="291785" cy="294968"/>
          </a:xfrm>
          <a:prstGeom prst="chevron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AD15546B-3BE1-F034-BFE6-66B96F452836}"/>
              </a:ext>
            </a:extLst>
          </p:cNvPr>
          <p:cNvSpPr/>
          <p:nvPr/>
        </p:nvSpPr>
        <p:spPr>
          <a:xfrm rot="2749488">
            <a:off x="5634070" y="2273020"/>
            <a:ext cx="291785" cy="294968"/>
          </a:xfrm>
          <a:prstGeom prst="chevron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F7A45967-7869-1638-D5D0-224074503644}"/>
              </a:ext>
            </a:extLst>
          </p:cNvPr>
          <p:cNvSpPr/>
          <p:nvPr/>
        </p:nvSpPr>
        <p:spPr>
          <a:xfrm rot="19497789">
            <a:off x="3007386" y="2211629"/>
            <a:ext cx="291785" cy="294968"/>
          </a:xfrm>
          <a:prstGeom prst="chevron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69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 Houghton</cp:lastModifiedBy>
  <cp:revision>2</cp:revision>
  <dcterms:created xsi:type="dcterms:W3CDTF">2013-01-27T09:14:16Z</dcterms:created>
  <dcterms:modified xsi:type="dcterms:W3CDTF">2025-12-07T16:16:55Z</dcterms:modified>
  <cp:category/>
</cp:coreProperties>
</file>