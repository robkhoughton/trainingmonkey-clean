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4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A3F1B-13D9-EE03-1123-8A87FF179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12A01D-C37B-C33C-8442-A1E005EFD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056E6-BD28-1541-F0BC-DBBA0B03C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5FEB2-397C-42FA-B4C0-A4A24A7234FA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C796A-488A-BD25-49DE-68B74C847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456E5-801E-6CC4-8C94-E2C71B050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9C9FB-C692-4213-8FC6-4EDC4A901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825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8EF63-D28E-ED49-5B16-AD513840F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35E83-1524-C6FE-AA5C-B23FA349C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9060F-EB34-B222-2D5E-40191935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5FEB2-397C-42FA-B4C0-A4A24A7234FA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F85DE-426C-F43F-C35D-934872F30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64523-6E0D-2ED8-39A5-346D197BC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9C9FB-C692-4213-8FC6-4EDC4A901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211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854E-33B9-69B3-FB0C-4C4121D16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3E544B-D1FC-E500-3DDC-286E2A7AE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A55EE-0FC3-E6FE-8FD4-D370C45B9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5FEB2-397C-42FA-B4C0-A4A24A7234FA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D497F-9C57-DE4F-63DA-A04AF83AC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C74F4-D6FF-F565-7ADC-FE640B633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9C9FB-C692-4213-8FC6-4EDC4A901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724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B5E62-2FD3-E0DC-7979-3206814DB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8711E-C355-39EB-FF74-49549B24CE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FD039D-C66B-0007-16A9-282788032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D11B63-6187-D7CF-C03C-A10E5CE3D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5FEB2-397C-42FA-B4C0-A4A24A7234FA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4E4850-6ED4-0C21-2AF7-FA75AE9BD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9F2DE7-F013-C537-1C7F-23D3A45B9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9C9FB-C692-4213-8FC6-4EDC4A901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432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50356-C2B6-3475-45F0-8C1022C4E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A222C-19C4-D158-C4ED-B52DE1BDC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0CC48D-DC3D-0170-AEDD-48953BB7B2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D1AB81-8F81-40F7-FB91-95CCEEA7D3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046473-60FF-49F8-6603-5454EC5A3A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F918D1-42F7-F2C1-6731-3FCE1D76D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5FEB2-397C-42FA-B4C0-A4A24A7234FA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364BBD-F4E2-5C17-6717-D838DBDF7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1D42C6-7B7A-F6CE-D984-BB200FF43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9C9FB-C692-4213-8FC6-4EDC4A901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578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26530-0F90-425C-B94E-2D6D5B15F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21A814-8B66-113F-FB1F-25BC08510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5FEB2-397C-42FA-B4C0-A4A24A7234FA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C0E1C3-352A-1E91-909F-0406EB57E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59BB18-4BC9-8944-9CFF-FC993A482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9C9FB-C692-4213-8FC6-4EDC4A901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406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5E6075-CD86-E5C5-3019-F128376BF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5FEB2-397C-42FA-B4C0-A4A24A7234FA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ACD7E1-1D67-3639-AE92-51B27733F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F3B78-6C3D-4F60-7180-5C5214F8E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9C9FB-C692-4213-8FC6-4EDC4A901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262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60479-DF81-FA7E-3093-72C9E7DB9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A8815-8156-23CA-926C-8FFA1E005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DB0528-53D9-1960-5128-F6ABB1828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B5445-6281-5C3A-E3C9-62A09CD23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5FEB2-397C-42FA-B4C0-A4A24A7234FA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B4F03B-7EA0-01D8-B40D-453298A36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F389B-9F5B-87B7-8168-9876D6EEB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9C9FB-C692-4213-8FC6-4EDC4A901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497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EFE52-C64B-A150-B62B-0A8EC0604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747A47-E950-B629-4E37-5E4C342920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C5A32-810C-E9DB-A2F6-1311E219F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9EA12-A775-8055-3DEB-35DD67C76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5FEB2-397C-42FA-B4C0-A4A24A7234FA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0548AE-BEA7-C536-1981-14505585E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F14E7C-25F1-7514-046A-7793F8B22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9C9FB-C692-4213-8FC6-4EDC4A901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68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6E0F-71BD-6924-3993-DF3E2E205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356754-6D15-9EAB-76E4-041C60822C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FF609-2F5C-FDBE-D1D7-77862286D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5FEB2-397C-42FA-B4C0-A4A24A7234FA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997C6-641A-1190-1F44-E972748E5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F7969-66D9-0948-FA2C-33DFE965D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9C9FB-C692-4213-8FC6-4EDC4A901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408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03C3FC-DB94-73D6-88B8-9D17A9A58E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D7BA3-EB20-EA3B-7920-318E6E629E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40DF3-86CF-A6B6-D7CD-11870ADF1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5FEB2-397C-42FA-B4C0-A4A24A7234FA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B1DE9-34AB-3C77-C1E8-0974B8ABA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EC06E-5215-67E3-FEC4-69DFA2884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9C9FB-C692-4213-8FC6-4EDC4A901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063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904E15-9690-F127-794F-2970BDD8C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E53F6-4089-1779-C7A2-F9385190A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C1917-5875-AB4F-FEDA-672D2BCBA3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E5FEB2-397C-42FA-B4C0-A4A24A7234FA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144BC-0333-ED24-232D-775E1E58C6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156D5-6C0C-806D-5376-0C1862AE3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B9C9FB-C692-4213-8FC6-4EDC4A901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219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artoon of a monkey wearing a hat and goggles&#10;&#10;AI-generated content may be incorrect.">
            <a:extLst>
              <a:ext uri="{FF2B5EF4-FFF2-40B4-BE49-F238E27FC236}">
                <a16:creationId xmlns:a16="http://schemas.microsoft.com/office/drawing/2014/main" id="{9A2B8914-E582-E52C-27C0-6EB972AB42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466" y="643466"/>
            <a:ext cx="5571067" cy="55710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85412A7-6882-10E0-038B-0BACAA08556A}"/>
              </a:ext>
            </a:extLst>
          </p:cNvPr>
          <p:cNvSpPr/>
          <p:nvPr/>
        </p:nvSpPr>
        <p:spPr>
          <a:xfrm>
            <a:off x="2838954" y="450276"/>
            <a:ext cx="6514091" cy="7671169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</a:bodyPr>
          <a:lstStyle/>
          <a:p>
            <a:pPr algn="ctr"/>
            <a:r>
              <a:rPr lang="en-US" sz="3600" b="1" cap="none" spc="0" dirty="0">
                <a:ln w="0"/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Built for Trail Runners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EA402C-B80A-3887-252A-DC5AEC695B12}"/>
              </a:ext>
            </a:extLst>
          </p:cNvPr>
          <p:cNvSpPr/>
          <p:nvPr/>
        </p:nvSpPr>
        <p:spPr>
          <a:xfrm>
            <a:off x="3581234" y="3163535"/>
            <a:ext cx="4911537" cy="3345423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3600" b="1" cap="none" spc="0" dirty="0">
                <a:ln w="0"/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By Trail Runners</a:t>
            </a:r>
          </a:p>
        </p:txBody>
      </p:sp>
    </p:spTree>
    <p:extLst>
      <p:ext uri="{BB962C8B-B14F-4D97-AF65-F5344CB8AC3E}">
        <p14:creationId xmlns:p14="http://schemas.microsoft.com/office/powerpoint/2010/main" val="2047920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 Houghton</dc:creator>
  <cp:lastModifiedBy>Rob Houghton</cp:lastModifiedBy>
  <cp:revision>1</cp:revision>
  <dcterms:created xsi:type="dcterms:W3CDTF">2025-12-04T17:10:58Z</dcterms:created>
  <dcterms:modified xsi:type="dcterms:W3CDTF">2025-12-04T17:24:20Z</dcterms:modified>
</cp:coreProperties>
</file>